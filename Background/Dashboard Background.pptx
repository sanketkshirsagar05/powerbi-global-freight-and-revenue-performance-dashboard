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84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2F4F7"/>
    <a:srgbClr val="E6E6E6"/>
    <a:srgbClr val="3A24AA"/>
    <a:srgbClr val="D9E2F3"/>
    <a:srgbClr val="C5EBF3"/>
    <a:srgbClr val="F1E3E8"/>
    <a:srgbClr val="E9E4F4"/>
    <a:srgbClr val="EDE7D7"/>
    <a:srgbClr val="C5E9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9" autoAdjust="0"/>
    <p:restoredTop sz="94660"/>
  </p:normalViewPr>
  <p:slideViewPr>
    <p:cSldViewPr snapToGrid="0">
      <p:cViewPr>
        <p:scale>
          <a:sx n="80" d="100"/>
          <a:sy n="80" d="100"/>
        </p:scale>
        <p:origin x="49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C74177-9F79-45CE-8E60-05E195EBE57B}" type="datetimeFigureOut">
              <a:rPr lang="en-IN" smtClean="0"/>
              <a:t>16-12-2025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9A7157-9F00-4EE6-B9CA-45C0EF3F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5002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89412-095E-4BDF-2E46-2169843CD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7BEABC-B573-CF90-0784-8C4E9C79AD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1B956E-9A57-A96A-48F3-42B347577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ED1A2-5468-4756-B6EB-F4EC60AB2F8C}" type="datetimeFigureOut">
              <a:rPr lang="en-IN" smtClean="0"/>
              <a:t>16-12-2025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C9A8FF-0A68-D720-8FBC-72AFBEAAD1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854261-42CB-F615-4640-B5975B98F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BC8BE9-1F83-4430-8AFA-39BFF3CAEE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68931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9C164-695B-6D8F-80A7-F6CEB3E93F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82280D-114F-7EC4-FA31-CC02F821A8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96EE2D-7BFA-E612-6ECB-D1DCA01BA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ED1A2-5468-4756-B6EB-F4EC60AB2F8C}" type="datetimeFigureOut">
              <a:rPr lang="en-IN" smtClean="0"/>
              <a:t>16-12-2025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C547B7-DD9C-88AC-43E7-BB928F266B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7311C2-B043-556F-7644-3251013B4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BC8BE9-1F83-4430-8AFA-39BFF3CAEE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75731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8AEA1-DAED-A4BC-F9A1-1D58A843B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104776-A619-887F-C3F3-655C2746BA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DF63E0-A3F9-73ED-2ADA-CF1D40FAD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ED1A2-5468-4756-B6EB-F4EC60AB2F8C}" type="datetimeFigureOut">
              <a:rPr lang="en-IN" smtClean="0"/>
              <a:t>16-12-2025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6A1DD0-0476-8E04-6395-72265A68F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FC319-8CBF-FC89-DEF3-9D75EC5508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BC8BE9-1F83-4430-8AFA-39BFF3CAEE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1290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20284-735B-9414-5240-7AD6149BB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85772B-28E5-1D4D-BE9B-79B8340699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7CC15-A41F-72FA-8F02-90C3BB61F2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C5742A-265A-5082-F121-99F848D7E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ED1A2-5468-4756-B6EB-F4EC60AB2F8C}" type="datetimeFigureOut">
              <a:rPr lang="en-IN" smtClean="0"/>
              <a:t>16-12-2025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5A98AC-3382-A111-FF62-8D57DE8EC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834350-DAB9-AE96-8F4F-9657C6A58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BC8BE9-1F83-4430-8AFA-39BFF3CAEE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64420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B7914-6DC7-DC74-708D-DE20DED89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EF3DD1-CC9D-E320-30E6-D7E3DFEFFD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8FC8D8-5FE0-A5AD-C269-E05532FD20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B39CFD-3307-3517-99E8-A30C06497E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83A29E-1B37-02EA-EE7C-43F50604C9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7C04CB-59D0-A41A-B0E9-D74B53DC9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ED1A2-5468-4756-B6EB-F4EC60AB2F8C}" type="datetimeFigureOut">
              <a:rPr lang="en-IN" smtClean="0"/>
              <a:t>16-12-2025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76F26B-3C99-FE9A-EB40-FCF29ED65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62D1022-D226-46BE-A07B-0876BEA35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BC8BE9-1F83-4430-8AFA-39BFF3CAEE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1295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0F253-9791-8C59-F09C-4DAF8084E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86135B-8A4D-1FB5-4310-51D64C9EE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ED1A2-5468-4756-B6EB-F4EC60AB2F8C}" type="datetimeFigureOut">
              <a:rPr lang="en-IN" smtClean="0"/>
              <a:t>16-12-2025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967806-D5E6-148A-B355-C90F57045B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2F6267-4C2F-8E5D-5561-1E2AAD6AA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BC8BE9-1F83-4430-8AFA-39BFF3CAEE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8814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2656771-8E69-85C8-898B-44D1835E47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ED1A2-5468-4756-B6EB-F4EC60AB2F8C}" type="datetimeFigureOut">
              <a:rPr lang="en-IN" smtClean="0"/>
              <a:t>16-12-2025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7B11D9-981D-7C63-89CF-EAF124416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C6657B-52B9-B3FA-FA7D-92A8F8B6A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BC8BE9-1F83-4430-8AFA-39BFF3CAEE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80133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03806-4AA2-F2EF-2EEE-9366E4BEC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563D62-7392-339A-5EFF-4385CE4983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406A7B-7567-5E33-5244-339B55305F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B61310-E71A-A1B0-6130-E5951474D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ED1A2-5468-4756-B6EB-F4EC60AB2F8C}" type="datetimeFigureOut">
              <a:rPr lang="en-IN" smtClean="0"/>
              <a:t>16-12-2025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14EAF2-23B4-5A52-A827-DCEC2A2A8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A10D3D-BE1F-BBD4-8047-B931EDAC8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BC8BE9-1F83-4430-8AFA-39BFF3CAEE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85606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4FDD5-6807-2E27-135B-EA3C751AD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8B09DDD-1076-26F0-8E76-03CFDFE581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89D4C2-B812-1982-5618-215F99D378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40A4DC-42B1-A8C3-2C31-CA7797213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ED1A2-5468-4756-B6EB-F4EC60AB2F8C}" type="datetimeFigureOut">
              <a:rPr lang="en-IN" smtClean="0"/>
              <a:t>16-12-2025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77013B-19C6-1D9A-7612-4601E48BA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F6C1D1-140E-1FEC-7BA1-74D25566F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BC8BE9-1F83-4430-8AFA-39BFF3CAEE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53491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97E45-AC31-FC25-8526-0E2C941FF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62E905-CD84-F64D-98DC-02090A5EC9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BBD4F3-6AF2-6E80-52E0-97E07ECCE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ED1A2-5468-4756-B6EB-F4EC60AB2F8C}" type="datetimeFigureOut">
              <a:rPr lang="en-IN" smtClean="0"/>
              <a:t>16-12-2025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5637CA-E273-9E7A-5B65-AAF104BD9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6177F1-87E9-3A4E-B6D8-7F485A653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BC8BE9-1F83-4430-8AFA-39BFF3CAEE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40716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685CCB-425D-D7AA-D993-19EE71AF04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5F167-B62B-BDAC-A33A-8F9FB20B0C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E448C8-C57A-06F2-A684-EC3A4CF201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ED1A2-5468-4756-B6EB-F4EC60AB2F8C}" type="datetimeFigureOut">
              <a:rPr lang="en-IN" smtClean="0"/>
              <a:t>16-12-2025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12A82B-60B8-0AE5-A71C-D75C13EB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3E9EFE-E01C-6B85-E935-E81B83317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BC8BE9-1F83-4430-8AFA-39BFF3CAEE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5922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3BE3040-23D8-AE38-06FC-4450F2840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919F90-E298-4455-095B-126F8D3BC4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DF9CF5-AB44-80CA-7B35-62F6943B9B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3ED1A2-5468-4756-B6EB-F4EC60AB2F8C}" type="datetimeFigureOut">
              <a:rPr lang="en-IN" smtClean="0"/>
              <a:t>16-12-2025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A313C1-9335-A595-A420-7C2AAAC339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EB2A26-AD89-3E85-C02C-428AE1EFAA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C8BE9-1F83-4430-8AFA-39BFF3CAEE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00525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0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microsoft.com/office/2007/relationships/hdphoto" Target="../media/hdphoto1.wdp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D5C510C5-D2CA-F1EA-AE8B-3A2EBE47CF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499" y="0"/>
            <a:ext cx="10227002" cy="6858000"/>
          </a:xfrm>
          <a:prstGeom prst="rect">
            <a:avLst/>
          </a:prstGeom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0F683ED-F3CF-2E8C-9F90-25D4A524CA7B}"/>
              </a:ext>
            </a:extLst>
          </p:cNvPr>
          <p:cNvSpPr/>
          <p:nvPr/>
        </p:nvSpPr>
        <p:spPr>
          <a:xfrm>
            <a:off x="1112131" y="59341"/>
            <a:ext cx="9967736" cy="6739317"/>
          </a:xfrm>
          <a:prstGeom prst="roundRect">
            <a:avLst>
              <a:gd name="adj" fmla="val 2888"/>
            </a:avLst>
          </a:prstGeom>
          <a:solidFill>
            <a:schemeClr val="bg1">
              <a:lumMod val="95000"/>
              <a:alpha val="6509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A715A68-A841-C783-6AE0-DE97623546D3}"/>
              </a:ext>
            </a:extLst>
          </p:cNvPr>
          <p:cNvSpPr/>
          <p:nvPr/>
        </p:nvSpPr>
        <p:spPr>
          <a:xfrm>
            <a:off x="1282640" y="148321"/>
            <a:ext cx="9626717" cy="568115"/>
          </a:xfrm>
          <a:prstGeom prst="roundRect">
            <a:avLst>
              <a:gd name="adj" fmla="val 2261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60A8AE1-48E2-A409-3A64-83C5A2CC7B26}"/>
              </a:ext>
            </a:extLst>
          </p:cNvPr>
          <p:cNvSpPr/>
          <p:nvPr/>
        </p:nvSpPr>
        <p:spPr>
          <a:xfrm>
            <a:off x="1282640" y="798038"/>
            <a:ext cx="4309622" cy="1843397"/>
          </a:xfrm>
          <a:prstGeom prst="roundRect">
            <a:avLst>
              <a:gd name="adj" fmla="val 6993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0464991-872C-B5F8-16F4-637A46F15BE8}"/>
              </a:ext>
            </a:extLst>
          </p:cNvPr>
          <p:cNvSpPr/>
          <p:nvPr/>
        </p:nvSpPr>
        <p:spPr>
          <a:xfrm>
            <a:off x="5676031" y="790595"/>
            <a:ext cx="5233326" cy="1850839"/>
          </a:xfrm>
          <a:prstGeom prst="roundRect">
            <a:avLst>
              <a:gd name="adj" fmla="val 6993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37DB8AD-C5DE-0746-1EBB-6B2400857CC3}"/>
              </a:ext>
            </a:extLst>
          </p:cNvPr>
          <p:cNvSpPr/>
          <p:nvPr/>
        </p:nvSpPr>
        <p:spPr>
          <a:xfrm>
            <a:off x="1282640" y="2715596"/>
            <a:ext cx="6079693" cy="1787635"/>
          </a:xfrm>
          <a:prstGeom prst="roundRect">
            <a:avLst>
              <a:gd name="adj" fmla="val 6993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5567DE7-1929-66E7-D2D0-AA28B94112A1}"/>
              </a:ext>
            </a:extLst>
          </p:cNvPr>
          <p:cNvSpPr/>
          <p:nvPr/>
        </p:nvSpPr>
        <p:spPr>
          <a:xfrm>
            <a:off x="7425146" y="2715596"/>
            <a:ext cx="3504648" cy="2450293"/>
          </a:xfrm>
          <a:prstGeom prst="roundRect">
            <a:avLst>
              <a:gd name="adj" fmla="val 6993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A23AED9-D147-BF84-FD3A-C14C6F36A86F}"/>
              </a:ext>
            </a:extLst>
          </p:cNvPr>
          <p:cNvSpPr/>
          <p:nvPr/>
        </p:nvSpPr>
        <p:spPr>
          <a:xfrm>
            <a:off x="1282641" y="4562573"/>
            <a:ext cx="6079692" cy="2161924"/>
          </a:xfrm>
          <a:prstGeom prst="roundRect">
            <a:avLst>
              <a:gd name="adj" fmla="val 6993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800636-D19C-120F-6F79-A981E66FF809}"/>
              </a:ext>
            </a:extLst>
          </p:cNvPr>
          <p:cNvSpPr txBox="1"/>
          <p:nvPr/>
        </p:nvSpPr>
        <p:spPr>
          <a:xfrm>
            <a:off x="1310920" y="232323"/>
            <a:ext cx="3657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>
                <a:ea typeface="Cambria" panose="02040503050406030204" pitchFamily="18" charset="0"/>
              </a:rPr>
              <a:t>Shipment Overview Dashboard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1C7B14-3860-F42B-4217-EFCA09E9AA92}"/>
              </a:ext>
            </a:extLst>
          </p:cNvPr>
          <p:cNvSpPr txBox="1"/>
          <p:nvPr/>
        </p:nvSpPr>
        <p:spPr>
          <a:xfrm>
            <a:off x="1339200" y="821657"/>
            <a:ext cx="12908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>
                <a:ea typeface="Cambria" panose="02040503050406030204" pitchFamily="18" charset="0"/>
              </a:rPr>
              <a:t>Total Shipment 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79A243-752A-C350-46FE-59883500F66C}"/>
              </a:ext>
            </a:extLst>
          </p:cNvPr>
          <p:cNvCxnSpPr>
            <a:cxnSpLocks/>
            <a:stCxn id="14" idx="0"/>
            <a:endCxn id="14" idx="2"/>
          </p:cNvCxnSpPr>
          <p:nvPr/>
        </p:nvCxnSpPr>
        <p:spPr>
          <a:xfrm>
            <a:off x="3437451" y="798038"/>
            <a:ext cx="0" cy="1843397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2F14DB7-E736-B1CF-54C8-023328D4E7B3}"/>
              </a:ext>
            </a:extLst>
          </p:cNvPr>
          <p:cNvCxnSpPr>
            <a:cxnSpLocks/>
            <a:stCxn id="14" idx="1"/>
            <a:endCxn id="14" idx="3"/>
          </p:cNvCxnSpPr>
          <p:nvPr/>
        </p:nvCxnSpPr>
        <p:spPr>
          <a:xfrm>
            <a:off x="1282640" y="1719737"/>
            <a:ext cx="4309622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DB70C2F-DEA3-E146-65A2-3DFE441E568C}"/>
              </a:ext>
            </a:extLst>
          </p:cNvPr>
          <p:cNvSpPr txBox="1"/>
          <p:nvPr/>
        </p:nvSpPr>
        <p:spPr>
          <a:xfrm>
            <a:off x="3494010" y="843389"/>
            <a:ext cx="14745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>
                <a:ea typeface="Cambria" panose="02040503050406030204" pitchFamily="18" charset="0"/>
              </a:rPr>
              <a:t>On Going Air Freight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74F8CD-0729-62C4-98DD-32F81AB3A1A4}"/>
              </a:ext>
            </a:extLst>
          </p:cNvPr>
          <p:cNvSpPr txBox="1"/>
          <p:nvPr/>
        </p:nvSpPr>
        <p:spPr>
          <a:xfrm>
            <a:off x="1970796" y="1421006"/>
            <a:ext cx="12908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>
                <a:ea typeface="Cambria" panose="02040503050406030204" pitchFamily="18" charset="0"/>
              </a:rPr>
              <a:t>From Last Month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07B457-70F4-7C60-9DAB-6F02677497D4}"/>
              </a:ext>
            </a:extLst>
          </p:cNvPr>
          <p:cNvSpPr txBox="1"/>
          <p:nvPr/>
        </p:nvSpPr>
        <p:spPr>
          <a:xfrm>
            <a:off x="1990255" y="2345282"/>
            <a:ext cx="12908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>
                <a:ea typeface="Cambria" panose="02040503050406030204" pitchFamily="18" charset="0"/>
              </a:rPr>
              <a:t>From Last Month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693892C-71FF-ADFA-A234-908696901FB4}"/>
              </a:ext>
            </a:extLst>
          </p:cNvPr>
          <p:cNvSpPr txBox="1"/>
          <p:nvPr/>
        </p:nvSpPr>
        <p:spPr>
          <a:xfrm>
            <a:off x="4145066" y="2355145"/>
            <a:ext cx="12908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>
                <a:ea typeface="Cambria" panose="02040503050406030204" pitchFamily="18" charset="0"/>
              </a:rPr>
              <a:t>From Last Month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27860F4-CFBC-519C-6360-F9418F16B2DB}"/>
              </a:ext>
            </a:extLst>
          </p:cNvPr>
          <p:cNvSpPr txBox="1"/>
          <p:nvPr/>
        </p:nvSpPr>
        <p:spPr>
          <a:xfrm>
            <a:off x="4125607" y="1422382"/>
            <a:ext cx="12908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>
                <a:ea typeface="Cambria" panose="02040503050406030204" pitchFamily="18" charset="0"/>
              </a:rPr>
              <a:t>From Last Month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E593C24-F225-E88B-8A03-13D55EE2FEA6}"/>
              </a:ext>
            </a:extLst>
          </p:cNvPr>
          <p:cNvSpPr txBox="1"/>
          <p:nvPr/>
        </p:nvSpPr>
        <p:spPr>
          <a:xfrm>
            <a:off x="1310919" y="1740094"/>
            <a:ext cx="1956011" cy="276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>
                <a:ea typeface="Cambria" panose="02040503050406030204" pitchFamily="18" charset="0"/>
              </a:rPr>
              <a:t>On Going Ocean Freight 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B6EBED3-CB2F-C781-9C6F-8E0FA22C2021}"/>
              </a:ext>
            </a:extLst>
          </p:cNvPr>
          <p:cNvSpPr txBox="1"/>
          <p:nvPr/>
        </p:nvSpPr>
        <p:spPr>
          <a:xfrm>
            <a:off x="3521220" y="1725651"/>
            <a:ext cx="1588105" cy="276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>
                <a:ea typeface="Cambria" panose="02040503050406030204" pitchFamily="18" charset="0"/>
              </a:rPr>
              <a:t>On Going Road Freight 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FB13DAE0-08F8-A8A0-A4DF-BA6C7EA318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8952" y="914138"/>
            <a:ext cx="390767" cy="390767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8281D427-71DD-14B4-9448-2B9466FAA0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9324" y="942708"/>
            <a:ext cx="390767" cy="390767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AB441B2E-6895-CEC1-274D-D534058E7E7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1868" y="1881049"/>
            <a:ext cx="390767" cy="390767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14EEA668-2B8C-E119-AAFE-5777FD9CB4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9325" y="1875341"/>
            <a:ext cx="390767" cy="390767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3AA50E48-7100-6928-D373-A95C4CC72E7E}"/>
              </a:ext>
            </a:extLst>
          </p:cNvPr>
          <p:cNvSpPr txBox="1"/>
          <p:nvPr/>
        </p:nvSpPr>
        <p:spPr>
          <a:xfrm>
            <a:off x="5732589" y="826036"/>
            <a:ext cx="14745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>
                <a:ea typeface="Cambria" panose="02040503050406030204" pitchFamily="18" charset="0"/>
              </a:rPr>
              <a:t>Recurring Revenue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7F68511-8E8B-F339-9E90-791D70037BBB}"/>
              </a:ext>
            </a:extLst>
          </p:cNvPr>
          <p:cNvSpPr txBox="1"/>
          <p:nvPr/>
        </p:nvSpPr>
        <p:spPr>
          <a:xfrm>
            <a:off x="1349815" y="2771832"/>
            <a:ext cx="21548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>
                <a:ea typeface="Cambria" panose="02040503050406030204" pitchFamily="18" charset="0"/>
              </a:rPr>
              <a:t>Shipment Over Time 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FA9BCA4-2224-6077-4BDA-A2876BBE68AB}"/>
              </a:ext>
            </a:extLst>
          </p:cNvPr>
          <p:cNvSpPr txBox="1"/>
          <p:nvPr/>
        </p:nvSpPr>
        <p:spPr>
          <a:xfrm>
            <a:off x="1310919" y="4640594"/>
            <a:ext cx="26106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>
                <a:ea typeface="Cambria" panose="02040503050406030204" pitchFamily="18" charset="0"/>
              </a:rPr>
              <a:t>Active Orders In Country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ABBDD9-E5CF-15E0-30BC-4D2D4907781A}"/>
              </a:ext>
            </a:extLst>
          </p:cNvPr>
          <p:cNvSpPr txBox="1"/>
          <p:nvPr/>
        </p:nvSpPr>
        <p:spPr>
          <a:xfrm>
            <a:off x="7491965" y="2811456"/>
            <a:ext cx="21548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>
                <a:ea typeface="Cambria" panose="02040503050406030204" pitchFamily="18" charset="0"/>
              </a:rPr>
              <a:t>Profit Statistics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9C7EF26-9F1E-FD4B-A480-5EEB7D5FF484}"/>
              </a:ext>
            </a:extLst>
          </p:cNvPr>
          <p:cNvSpPr txBox="1"/>
          <p:nvPr/>
        </p:nvSpPr>
        <p:spPr>
          <a:xfrm>
            <a:off x="9089432" y="4872399"/>
            <a:ext cx="14951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>
                <a:ea typeface="Cambria" panose="02040503050406030204" pitchFamily="18" charset="0"/>
              </a:rPr>
              <a:t>More than last week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3510E46-FA8E-CB60-DB85-86B50A285406}"/>
              </a:ext>
            </a:extLst>
          </p:cNvPr>
          <p:cNvSpPr txBox="1"/>
          <p:nvPr/>
        </p:nvSpPr>
        <p:spPr>
          <a:xfrm>
            <a:off x="8429878" y="3959933"/>
            <a:ext cx="149518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100">
                <a:ea typeface="Cambria" panose="02040503050406030204" pitchFamily="18" charset="0"/>
              </a:rPr>
              <a:t>Profit form yesterday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D1BD8D1-7135-1AC8-24BD-ECBA196BBE16}"/>
              </a:ext>
            </a:extLst>
          </p:cNvPr>
          <p:cNvSpPr txBox="1"/>
          <p:nvPr/>
        </p:nvSpPr>
        <p:spPr>
          <a:xfrm>
            <a:off x="8120058" y="4870471"/>
            <a:ext cx="8005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>
                <a:ea typeface="Cambria" panose="02040503050406030204" pitchFamily="18" charset="0"/>
              </a:rPr>
              <a:t>Profit is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C8A8AFE3-565F-45A1-E8F4-30D791971963}"/>
              </a:ext>
            </a:extLst>
          </p:cNvPr>
          <p:cNvSpPr/>
          <p:nvPr/>
        </p:nvSpPr>
        <p:spPr>
          <a:xfrm>
            <a:off x="1373732" y="4972362"/>
            <a:ext cx="5820284" cy="263314"/>
          </a:xfrm>
          <a:prstGeom prst="roundRect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F0E2DFEF-8168-6BEA-35EA-1049F0DA1FD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9325" y="5012550"/>
            <a:ext cx="189724" cy="189724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381726C0-788A-875B-8FF7-E0BF7641890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2262" y="4996524"/>
            <a:ext cx="214990" cy="21499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23BFD02F-079C-4B60-4288-B734A769B4F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9854" y="4972362"/>
            <a:ext cx="288114" cy="288114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5D5D3B3-C2F1-39C5-BCCD-16DE7D46F247}"/>
              </a:ext>
            </a:extLst>
          </p:cNvPr>
          <p:cNvSpPr txBox="1"/>
          <p:nvPr/>
        </p:nvSpPr>
        <p:spPr>
          <a:xfrm>
            <a:off x="2007956" y="4967694"/>
            <a:ext cx="13650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>
                <a:ea typeface="Cambria" panose="02040503050406030204" pitchFamily="18" charset="0"/>
              </a:rPr>
              <a:t>Overall Page Visits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EE1978-2FB2-8236-E0E6-5E2D285D3986}"/>
              </a:ext>
            </a:extLst>
          </p:cNvPr>
          <p:cNvSpPr txBox="1"/>
          <p:nvPr/>
        </p:nvSpPr>
        <p:spPr>
          <a:xfrm>
            <a:off x="4051183" y="4967694"/>
            <a:ext cx="1250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>
                <a:ea typeface="Cambria" panose="02040503050406030204" pitchFamily="18" charset="0"/>
              </a:rPr>
              <a:t>Overall Shipment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3C07B29-F206-6CC8-B87D-3648AA5E7CE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5146" y="5225230"/>
            <a:ext cx="3504648" cy="1484446"/>
          </a:xfrm>
          <a:prstGeom prst="roundRect">
            <a:avLst>
              <a:gd name="adj" fmla="val 7535"/>
            </a:avLst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89650847-7071-14A9-6CB5-FE536DB8A1F6}"/>
              </a:ext>
            </a:extLst>
          </p:cNvPr>
          <p:cNvSpPr txBox="1"/>
          <p:nvPr/>
        </p:nvSpPr>
        <p:spPr>
          <a:xfrm>
            <a:off x="6171998" y="4967694"/>
            <a:ext cx="10756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>
                <a:ea typeface="Cambria" panose="02040503050406030204" pitchFamily="18" charset="0"/>
              </a:rPr>
              <a:t>New Visitors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78D0935-0106-7617-C7CD-A9FE2065415F}"/>
              </a:ext>
            </a:extLst>
          </p:cNvPr>
          <p:cNvSpPr txBox="1"/>
          <p:nvPr/>
        </p:nvSpPr>
        <p:spPr>
          <a:xfrm>
            <a:off x="7826243" y="5321044"/>
            <a:ext cx="17653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>
                <a:solidFill>
                  <a:srgbClr val="FFFFFF"/>
                </a:solidFill>
                <a:ea typeface="Cambria" panose="02040503050406030204" pitchFamily="18" charset="0"/>
              </a:rPr>
              <a:t>Customer Growth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A73D6181-5AC6-EC40-BF58-D648E0C66C9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1606" y="5321044"/>
            <a:ext cx="264637" cy="264637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496799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1926</TotalTime>
  <Words>58</Words>
  <Application>Microsoft Office PowerPoint</Application>
  <PresentationFormat>Widescreen</PresentationFormat>
  <Paragraphs>20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Cambria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Sanket Kshirsagar</dc:creator>
  <cp:lastModifiedBy>Sanket Kshirsagar</cp:lastModifiedBy>
  <cp:revision>69</cp:revision>
  <dcterms:created xsi:type="dcterms:W3CDTF">2025-03-10T04:01:43Z</dcterms:created>
  <dcterms:modified xsi:type="dcterms:W3CDTF">2025-12-16T05:11:13Z</dcterms:modified>
</cp:coreProperties>
</file>